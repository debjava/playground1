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1" r:id="rId4"/>
  </p:sldMasterIdLst>
  <p:notesMasterIdLst>
    <p:notesMasterId r:id="rId6"/>
  </p:notesMasterIdLst>
  <p:sldIdLst>
    <p:sldId id="272" r:id="rId5"/>
  </p:sldIdLst>
  <p:sldSz cx="12192000" cy="6858000"/>
  <p:notesSz cx="6934200" cy="9220200"/>
  <p:defaultTextStyle>
    <a:defPPr>
      <a:defRPr lang="en-US"/>
    </a:defPPr>
    <a:lvl1pPr marL="0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1pPr>
    <a:lvl2pPr marL="544073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2pPr>
    <a:lvl3pPr marL="1088145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3pPr>
    <a:lvl4pPr marL="1632217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4pPr>
    <a:lvl5pPr marL="2176287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5pPr>
    <a:lvl6pPr marL="2720357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6pPr>
    <a:lvl7pPr marL="3264432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7pPr>
    <a:lvl8pPr marL="3808501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8pPr>
    <a:lvl9pPr marL="4352574" algn="l" defTabSz="1088145" rtl="0" eaLnBrk="1" latinLnBrk="0" hangingPunct="1">
      <a:defRPr sz="217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3" orient="horz" pos="2467" userDrawn="1">
          <p15:clr>
            <a:srgbClr val="A4A3A4"/>
          </p15:clr>
        </p15:guide>
        <p15:guide id="4" orient="horz" pos="1632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434" autoAdjust="0"/>
  </p:normalViewPr>
  <p:slideViewPr>
    <p:cSldViewPr snapToGrid="0" snapToObjects="1">
      <p:cViewPr varScale="1">
        <p:scale>
          <a:sx n="69" d="100"/>
          <a:sy n="69" d="100"/>
        </p:scale>
        <p:origin x="774" y="66"/>
      </p:cViewPr>
      <p:guideLst>
        <p:guide orient="horz" pos="4128"/>
        <p:guide orient="horz" pos="2467"/>
        <p:guide orient="horz" pos="16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05448" cy="462899"/>
          </a:xfrm>
          <a:prstGeom prst="rect">
            <a:avLst/>
          </a:prstGeom>
        </p:spPr>
        <p:txBody>
          <a:bodyPr vert="horz" lIns="90580" tIns="45290" rIns="90580" bIns="452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183" y="1"/>
            <a:ext cx="3005448" cy="462899"/>
          </a:xfrm>
          <a:prstGeom prst="rect">
            <a:avLst/>
          </a:prstGeom>
        </p:spPr>
        <p:txBody>
          <a:bodyPr vert="horz" lIns="90580" tIns="45290" rIns="90580" bIns="45290" rtlCol="0"/>
          <a:lstStyle>
            <a:lvl1pPr algn="r">
              <a:defRPr sz="1200"/>
            </a:lvl1pPr>
          </a:lstStyle>
          <a:p>
            <a:fld id="{4FE7F003-9586-4BED-A3C1-AC2F324081AE}" type="datetimeFigureOut">
              <a:rPr lang="en-US" smtClean="0"/>
              <a:t>6/2/2016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1675" y="1152525"/>
            <a:ext cx="5530850" cy="3111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0" tIns="45290" rIns="90580" bIns="4529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048" y="4436907"/>
            <a:ext cx="5546104" cy="3630769"/>
          </a:xfrm>
          <a:prstGeom prst="rect">
            <a:avLst/>
          </a:prstGeom>
        </p:spPr>
        <p:txBody>
          <a:bodyPr vert="horz" lIns="90580" tIns="45290" rIns="90580" bIns="4529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57301"/>
            <a:ext cx="3005448" cy="462899"/>
          </a:xfrm>
          <a:prstGeom prst="rect">
            <a:avLst/>
          </a:prstGeom>
        </p:spPr>
        <p:txBody>
          <a:bodyPr vert="horz" lIns="90580" tIns="45290" rIns="90580" bIns="452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183" y="8757301"/>
            <a:ext cx="3005448" cy="462899"/>
          </a:xfrm>
          <a:prstGeom prst="rect">
            <a:avLst/>
          </a:prstGeom>
        </p:spPr>
        <p:txBody>
          <a:bodyPr vert="horz" lIns="90580" tIns="45290" rIns="90580" bIns="45290" rtlCol="0" anchor="b"/>
          <a:lstStyle>
            <a:lvl1pPr algn="r">
              <a:defRPr sz="1200"/>
            </a:lvl1pPr>
          </a:lstStyle>
          <a:p>
            <a:fld id="{2AED192B-8EAF-45AC-9937-EE1E27D64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41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1"/>
          </p:nvPr>
        </p:nvSpPr>
        <p:spPr>
          <a:xfrm>
            <a:off x="123899" y="6135915"/>
            <a:ext cx="2844800" cy="269055"/>
          </a:xfrm>
        </p:spPr>
        <p:txBody>
          <a:bodyPr/>
          <a:lstStyle>
            <a:lvl1pPr algn="l">
              <a:defRPr sz="1573"/>
            </a:lvl1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3902" y="6394241"/>
            <a:ext cx="2096508" cy="318976"/>
          </a:xfrm>
          <a:prstGeom prst="rect">
            <a:avLst/>
          </a:prstGeom>
          <a:noFill/>
        </p:spPr>
        <p:txBody>
          <a:bodyPr wrap="square" lIns="121900" tIns="60949" rIns="121900" bIns="60949" rtlCol="0">
            <a:spAutoFit/>
          </a:bodyPr>
          <a:lstStyle/>
          <a:p>
            <a:r>
              <a:rPr lang="en-US" sz="1273" b="1" spc="37" dirty="0" smtClean="0">
                <a:solidFill>
                  <a:srgbClr val="FFFFFF"/>
                </a:solidFill>
                <a:latin typeface="+mj-lt"/>
              </a:rPr>
              <a:t>CONFIDENTIAL</a:t>
            </a:r>
            <a:endParaRPr lang="en-US" sz="1273" b="1" spc="37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988456" y="5116970"/>
            <a:ext cx="5572073" cy="803076"/>
          </a:xfrm>
          <a:prstGeom prst="rect">
            <a:avLst/>
          </a:prstGeom>
        </p:spPr>
        <p:txBody>
          <a:bodyPr vert="horz" lIns="162547" tIns="81273" rIns="162547" bIns="81273" anchor="b"/>
          <a:lstStyle>
            <a:lvl1pPr marL="0" marR="0" indent="0" algn="r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r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This Is A Presentation Title That Can Go On Two Lines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88585" y="5933815"/>
            <a:ext cx="2671940" cy="465040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indent="0" algn="r">
              <a:lnSpc>
                <a:spcPct val="90000"/>
              </a:lnSpc>
              <a:buNone/>
              <a:defRPr sz="2174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Author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888585" y="6398854"/>
            <a:ext cx="2671940" cy="312123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0" indent="0" algn="r">
              <a:lnSpc>
                <a:spcPct val="90000"/>
              </a:lnSpc>
              <a:buNone/>
              <a:defRPr sz="1573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69220067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>
          <a:xfrm>
            <a:off x="123899" y="6135915"/>
            <a:ext cx="2844800" cy="269055"/>
          </a:xfrm>
        </p:spPr>
        <p:txBody>
          <a:bodyPr/>
          <a:lstStyle>
            <a:lvl1pPr algn="l">
              <a:defRPr sz="1573"/>
            </a:lvl1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3902" y="6394241"/>
            <a:ext cx="2096508" cy="318976"/>
          </a:xfrm>
          <a:prstGeom prst="rect">
            <a:avLst/>
          </a:prstGeom>
          <a:noFill/>
        </p:spPr>
        <p:txBody>
          <a:bodyPr wrap="square" lIns="121900" tIns="60949" rIns="121900" bIns="60949" rtlCol="0">
            <a:spAutoFit/>
          </a:bodyPr>
          <a:lstStyle/>
          <a:p>
            <a:r>
              <a:rPr lang="en-US" sz="1273" b="1" spc="37" dirty="0" smtClean="0">
                <a:solidFill>
                  <a:srgbClr val="FFFFFF"/>
                </a:solidFill>
                <a:latin typeface="+mj-lt"/>
              </a:rPr>
              <a:t>CONFIDENTIAL</a:t>
            </a:r>
            <a:endParaRPr lang="en-US" sz="1273" b="1" spc="37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988456" y="4676438"/>
            <a:ext cx="5572073" cy="803076"/>
          </a:xfrm>
          <a:prstGeom prst="rect">
            <a:avLst/>
          </a:prstGeom>
        </p:spPr>
        <p:txBody>
          <a:bodyPr vert="horz" lIns="162547" tIns="81273" rIns="162547" bIns="81273" anchor="b"/>
          <a:lstStyle>
            <a:lvl1pPr marL="0" marR="0" indent="0" algn="r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 spc="0" baseline="0">
                <a:solidFill>
                  <a:srgbClr val="FFFFFF"/>
                </a:solidFill>
              </a:defRPr>
            </a:lvl1pPr>
          </a:lstStyle>
          <a:p>
            <a:pPr marL="0" marR="0" lvl="0" indent="0" algn="r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This Is A Presentation Title That Can Go On Two Lines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88585" y="5493283"/>
            <a:ext cx="2671940" cy="465040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indent="0" algn="r">
              <a:lnSpc>
                <a:spcPct val="90000"/>
              </a:lnSpc>
              <a:buNone/>
              <a:defRPr sz="2174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Author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888585" y="5958323"/>
            <a:ext cx="2671940" cy="312123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0" indent="0" algn="r">
              <a:lnSpc>
                <a:spcPct val="90000"/>
              </a:lnSpc>
              <a:buNone/>
              <a:defRPr sz="1573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Position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3153839"/>
            <a:ext cx="10972800" cy="611817"/>
          </a:xfrm>
          <a:prstGeom prst="rect">
            <a:avLst/>
          </a:prstGeom>
        </p:spPr>
        <p:txBody>
          <a:bodyPr vert="horz">
            <a:noAutofit/>
          </a:bodyPr>
          <a:lstStyle>
            <a:lvl1pPr algn="ctr">
              <a:defRPr sz="4276" b="1" spc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21206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_divider 01 copy copy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"/>
            <a:ext cx="12192000" cy="109670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009ADD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  <p:sp>
        <p:nvSpPr>
          <p:cNvPr id="6" name="Title 10"/>
          <p:cNvSpPr>
            <a:spLocks noGrp="1"/>
          </p:cNvSpPr>
          <p:nvPr>
            <p:ph type="title" hasCustomPrompt="1"/>
          </p:nvPr>
        </p:nvSpPr>
        <p:spPr>
          <a:xfrm>
            <a:off x="237392" y="275171"/>
            <a:ext cx="11717220" cy="627944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defRPr sz="2999" b="1">
                <a:solidFill>
                  <a:srgbClr val="009BDE"/>
                </a:solidFill>
              </a:defRPr>
            </a:lvl1pPr>
          </a:lstStyle>
          <a:p>
            <a:r>
              <a:rPr lang="en-US" dirty="0" smtClean="0"/>
              <a:t>Subject Title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37395" y="1222023"/>
            <a:ext cx="11717541" cy="621828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237395" y="1843855"/>
            <a:ext cx="11717541" cy="1066175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74" b="1">
                <a:solidFill>
                  <a:srgbClr val="787878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Ut </a:t>
            </a:r>
            <a:r>
              <a:rPr lang="en-US" dirty="0" err="1" smtClean="0"/>
              <a:t>wisi</a:t>
            </a:r>
            <a:r>
              <a:rPr lang="en-US" dirty="0" smtClean="0"/>
              <a:t> </a:t>
            </a:r>
            <a:r>
              <a:rPr lang="en-US" dirty="0" err="1" smtClean="0"/>
              <a:t>enim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,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exerci</a:t>
            </a:r>
            <a:r>
              <a:rPr lang="en-US" dirty="0" smtClean="0"/>
              <a:t> </a:t>
            </a:r>
            <a:r>
              <a:rPr lang="en-US" dirty="0" err="1" smtClean="0"/>
              <a:t>tation</a:t>
            </a:r>
            <a:r>
              <a:rPr lang="en-US" dirty="0" smtClean="0"/>
              <a:t> </a:t>
            </a:r>
            <a:r>
              <a:rPr lang="en-US" dirty="0" err="1" smtClean="0"/>
              <a:t>ullamcorper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</a:t>
            </a:r>
            <a:r>
              <a:rPr lang="en-US" dirty="0" err="1" smtClean="0"/>
              <a:t>lobortis</a:t>
            </a:r>
            <a:r>
              <a:rPr lang="en-US" dirty="0" smtClean="0"/>
              <a:t> </a:t>
            </a:r>
            <a:r>
              <a:rPr lang="en-US" dirty="0" err="1" smtClean="0"/>
              <a:t>nisl</a:t>
            </a:r>
            <a:r>
              <a:rPr lang="en-US" dirty="0" smtClean="0"/>
              <a:t> </a:t>
            </a:r>
            <a:r>
              <a:rPr lang="en-US" dirty="0" err="1" smtClean="0"/>
              <a:t>ut</a:t>
            </a:r>
            <a:r>
              <a:rPr lang="en-US" dirty="0" smtClean="0"/>
              <a:t> </a:t>
            </a:r>
            <a:r>
              <a:rPr lang="en-US" dirty="0" err="1" smtClean="0"/>
              <a:t>aliquip</a:t>
            </a:r>
            <a:r>
              <a:rPr lang="en-US" dirty="0" smtClean="0"/>
              <a:t> ex </a:t>
            </a:r>
            <a:r>
              <a:rPr lang="en-US" dirty="0" err="1" smtClean="0"/>
              <a:t>ea</a:t>
            </a:r>
            <a:r>
              <a:rPr lang="en-US" dirty="0" smtClean="0"/>
              <a:t> </a:t>
            </a:r>
            <a:r>
              <a:rPr lang="en-US" dirty="0" err="1" smtClean="0"/>
              <a:t>commodo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. </a:t>
            </a:r>
            <a:r>
              <a:rPr lang="en-US" dirty="0" err="1" smtClean="0"/>
              <a:t>Decima</a:t>
            </a:r>
            <a:r>
              <a:rPr lang="en-US" dirty="0" smtClean="0"/>
              <a:t> </a:t>
            </a:r>
            <a:r>
              <a:rPr lang="en-US" dirty="0" err="1" smtClean="0"/>
              <a:t>eodem</a:t>
            </a:r>
            <a:r>
              <a:rPr lang="en-US" dirty="0" smtClean="0"/>
              <a:t> </a:t>
            </a:r>
            <a:r>
              <a:rPr lang="en-US" dirty="0" err="1" smtClean="0"/>
              <a:t>modo</a:t>
            </a:r>
            <a:r>
              <a:rPr lang="en-US" dirty="0" smtClean="0"/>
              <a:t> </a:t>
            </a:r>
            <a:r>
              <a:rPr lang="en-US" dirty="0" err="1" smtClean="0"/>
              <a:t>typi</a:t>
            </a:r>
            <a:r>
              <a:rPr lang="en-US" dirty="0" smtClean="0"/>
              <a:t>,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37068" y="3104447"/>
            <a:ext cx="8173156" cy="3116440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4"/>
              </a:buBlip>
              <a:defRPr sz="1874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</p:spTree>
    <p:extLst>
      <p:ext uri="{BB962C8B-B14F-4D97-AF65-F5344CB8AC3E}">
        <p14:creationId xmlns:p14="http://schemas.microsoft.com/office/powerpoint/2010/main" val="115404124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and Content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_divider 01 copy copy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"/>
            <a:ext cx="12192000" cy="109670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009ADD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37070" y="1961447"/>
            <a:ext cx="5463822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874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237400" y="1222023"/>
            <a:ext cx="5463497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16" name="Title 10"/>
          <p:cNvSpPr>
            <a:spLocks noGrp="1"/>
          </p:cNvSpPr>
          <p:nvPr>
            <p:ph type="title" hasCustomPrompt="1"/>
          </p:nvPr>
        </p:nvSpPr>
        <p:spPr>
          <a:xfrm>
            <a:off x="237392" y="275171"/>
            <a:ext cx="11717220" cy="627944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defRPr sz="2999" b="1">
                <a:solidFill>
                  <a:srgbClr val="009BDE"/>
                </a:solidFill>
              </a:defRPr>
            </a:lvl1pPr>
          </a:lstStyle>
          <a:p>
            <a:r>
              <a:rPr lang="en-US" dirty="0" smtClean="0"/>
              <a:t>Subject Title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6087316" y="1222026"/>
            <a:ext cx="5856112" cy="479821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 smtClean="0"/>
              <a:t>Click to add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6109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and Content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  <p:sp>
        <p:nvSpPr>
          <p:cNvPr id="7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37070" y="1961447"/>
            <a:ext cx="5463822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4"/>
              </a:buBlip>
              <a:defRPr sz="1874">
                <a:solidFill>
                  <a:srgbClr val="FFFFFF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FFFFFF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237400" y="1222023"/>
            <a:ext cx="5463497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chemeClr val="bg1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9" name="Title 10"/>
          <p:cNvSpPr>
            <a:spLocks noGrp="1"/>
          </p:cNvSpPr>
          <p:nvPr>
            <p:ph type="title" hasCustomPrompt="1"/>
          </p:nvPr>
        </p:nvSpPr>
        <p:spPr>
          <a:xfrm>
            <a:off x="237392" y="275171"/>
            <a:ext cx="11717220" cy="627944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defRPr sz="2999" b="1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Subject Title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6087316" y="1222026"/>
            <a:ext cx="5856112" cy="479821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 smtClean="0"/>
              <a:t>Click to add 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0972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lunm Bulle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ACKGROUND_divider 01 copy copy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"/>
            <a:ext cx="12192000" cy="109670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009ADD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37069" y="1961447"/>
            <a:ext cx="2737218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573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2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237398" y="1222023"/>
            <a:ext cx="273705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1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16" name="Title 10"/>
          <p:cNvSpPr>
            <a:spLocks noGrp="1"/>
          </p:cNvSpPr>
          <p:nvPr>
            <p:ph type="title" hasCustomPrompt="1"/>
          </p:nvPr>
        </p:nvSpPr>
        <p:spPr>
          <a:xfrm>
            <a:off x="237392" y="275171"/>
            <a:ext cx="11717220" cy="627944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defRPr sz="2999" b="1">
                <a:solidFill>
                  <a:srgbClr val="009BDE"/>
                </a:solidFill>
              </a:defRPr>
            </a:lvl1pPr>
          </a:lstStyle>
          <a:p>
            <a:r>
              <a:rPr lang="en-US" dirty="0" smtClean="0"/>
              <a:t>Subject Title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9" hasCustomPrompt="1"/>
          </p:nvPr>
        </p:nvSpPr>
        <p:spPr>
          <a:xfrm>
            <a:off x="3226004" y="1961447"/>
            <a:ext cx="2737218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573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2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3226333" y="1222023"/>
            <a:ext cx="273705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1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229595" y="1961447"/>
            <a:ext cx="2737218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573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2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229919" y="1222023"/>
            <a:ext cx="273705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1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9218531" y="1961447"/>
            <a:ext cx="2737218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573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2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9218854" y="1222023"/>
            <a:ext cx="273705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1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9657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lunm Bulle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ACKGROUND_divider 01 copy copy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"/>
            <a:ext cx="12192000" cy="109670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009ADD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37070" y="1961447"/>
            <a:ext cx="3762830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801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237430" y="1222023"/>
            <a:ext cx="376260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16" name="Title 10"/>
          <p:cNvSpPr>
            <a:spLocks noGrp="1"/>
          </p:cNvSpPr>
          <p:nvPr>
            <p:ph type="title" hasCustomPrompt="1"/>
          </p:nvPr>
        </p:nvSpPr>
        <p:spPr>
          <a:xfrm>
            <a:off x="237392" y="275171"/>
            <a:ext cx="11717220" cy="627944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defRPr sz="2999" b="1">
                <a:solidFill>
                  <a:srgbClr val="009BDE"/>
                </a:solidFill>
              </a:defRPr>
            </a:lvl1pPr>
          </a:lstStyle>
          <a:p>
            <a:r>
              <a:rPr lang="en-US" dirty="0" smtClean="0"/>
              <a:t>Subject Title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9" hasCustomPrompt="1"/>
          </p:nvPr>
        </p:nvSpPr>
        <p:spPr>
          <a:xfrm>
            <a:off x="4222318" y="1961447"/>
            <a:ext cx="3762830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801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4222673" y="1222023"/>
            <a:ext cx="376260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8192914" y="1961447"/>
            <a:ext cx="3762830" cy="4058356"/>
          </a:xfrm>
          <a:prstGeom prst="rect">
            <a:avLst/>
          </a:prstGeom>
        </p:spPr>
        <p:txBody>
          <a:bodyPr vert="horz" lIns="162547" tIns="81273" rIns="162547" bIns="81273"/>
          <a:lstStyle>
            <a:lvl1pPr marL="341313" indent="-341313">
              <a:spcAft>
                <a:spcPts val="800"/>
              </a:spcAft>
              <a:buSzPct val="90000"/>
              <a:buFontTx/>
              <a:buBlip>
                <a:blip r:embed="rId3"/>
              </a:buBlip>
              <a:defRPr sz="1801">
                <a:solidFill>
                  <a:srgbClr val="787878"/>
                </a:solidFill>
              </a:defRPr>
            </a:lvl1pPr>
            <a:lvl2pPr marL="792333" indent="-377884">
              <a:spcAft>
                <a:spcPts val="800"/>
              </a:spcAft>
              <a:defRPr sz="1573">
                <a:solidFill>
                  <a:srgbClr val="787878"/>
                </a:solidFill>
              </a:defRPr>
            </a:lvl2pPr>
            <a:lvl3pPr>
              <a:defRPr sz="1573">
                <a:solidFill>
                  <a:srgbClr val="787878"/>
                </a:solidFill>
              </a:defRPr>
            </a:lvl3pPr>
            <a:lvl4pPr>
              <a:defRPr sz="1573">
                <a:solidFill>
                  <a:srgbClr val="787878"/>
                </a:solidFill>
              </a:defRPr>
            </a:lvl4pPr>
            <a:lvl5pPr>
              <a:defRPr sz="1573"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 smtClean="0"/>
              <a:t>Lorem </a:t>
            </a:r>
            <a:r>
              <a:rPr lang="en-US" dirty="0" err="1" smtClean="0"/>
              <a:t>ipsum</a:t>
            </a:r>
            <a:r>
              <a:rPr lang="en-US" dirty="0" smtClean="0"/>
              <a:t> </a:t>
            </a:r>
            <a:r>
              <a:rPr lang="en-US" dirty="0" err="1" smtClean="0"/>
              <a:t>delores</a:t>
            </a:r>
            <a:r>
              <a:rPr lang="en-US" dirty="0" smtClean="0"/>
              <a:t> eta </a:t>
            </a:r>
            <a:r>
              <a:rPr lang="en-US" dirty="0" err="1" smtClean="0"/>
              <a:t>commecturere</a:t>
            </a:r>
            <a:r>
              <a:rPr lang="en-US" dirty="0" smtClean="0"/>
              <a:t> </a:t>
            </a:r>
            <a:r>
              <a:rPr lang="en-US" dirty="0" err="1" smtClean="0"/>
              <a:t>nim</a:t>
            </a:r>
            <a:r>
              <a:rPr lang="en-US" dirty="0" smtClean="0"/>
              <a:t> ad minim </a:t>
            </a:r>
            <a:r>
              <a:rPr lang="en-US" dirty="0" err="1" smtClean="0"/>
              <a:t>veniam</a:t>
            </a:r>
            <a:r>
              <a:rPr lang="en-US" dirty="0" smtClean="0"/>
              <a:t> </a:t>
            </a:r>
            <a:r>
              <a:rPr lang="en-US" dirty="0" err="1" smtClean="0"/>
              <a:t>quis</a:t>
            </a:r>
            <a:r>
              <a:rPr lang="en-US" dirty="0" smtClean="0"/>
              <a:t> </a:t>
            </a:r>
            <a:r>
              <a:rPr lang="en-US" dirty="0" err="1" smtClean="0"/>
              <a:t>nostrud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</a:t>
            </a:r>
            <a:r>
              <a:rPr lang="en-US" dirty="0" err="1" smtClean="0"/>
              <a:t>suscipit</a:t>
            </a:r>
            <a:r>
              <a:rPr lang="en-US" dirty="0" smtClean="0"/>
              <a:t> verdure aurora</a:t>
            </a:r>
          </a:p>
          <a:p>
            <a:pPr lvl="1"/>
            <a:r>
              <a:rPr lang="en-US" dirty="0" err="1" smtClean="0"/>
              <a:t>Iriure</a:t>
            </a:r>
            <a:r>
              <a:rPr lang="en-US" dirty="0" smtClean="0"/>
              <a:t> dolor in </a:t>
            </a:r>
            <a:r>
              <a:rPr lang="en-US" dirty="0" err="1" smtClean="0"/>
              <a:t>hendrerit</a:t>
            </a:r>
            <a:r>
              <a:rPr lang="en-US" dirty="0" smtClean="0"/>
              <a:t>; in </a:t>
            </a:r>
            <a:r>
              <a:rPr lang="en-US" dirty="0" err="1" smtClean="0"/>
              <a:t>vulputate</a:t>
            </a:r>
            <a:r>
              <a:rPr lang="en-US" dirty="0" smtClean="0"/>
              <a:t> </a:t>
            </a:r>
            <a:r>
              <a:rPr lang="en-US" dirty="0" err="1" smtClean="0"/>
              <a:t>velit</a:t>
            </a:r>
            <a:r>
              <a:rPr lang="en-US" dirty="0" smtClean="0"/>
              <a:t> </a:t>
            </a:r>
            <a:r>
              <a:rPr lang="en-US" dirty="0" err="1" smtClean="0"/>
              <a:t>esse</a:t>
            </a:r>
            <a:r>
              <a:rPr lang="en-US" dirty="0" smtClean="0"/>
              <a:t> </a:t>
            </a:r>
            <a:r>
              <a:rPr lang="en-US" dirty="0" err="1" smtClean="0"/>
              <a:t>consequat</a:t>
            </a:r>
            <a:r>
              <a:rPr lang="en-US" dirty="0" smtClean="0"/>
              <a:t> </a:t>
            </a:r>
            <a:r>
              <a:rPr lang="en-US" dirty="0" err="1" smtClean="0"/>
              <a:t>vel</a:t>
            </a:r>
            <a:r>
              <a:rPr lang="en-US" dirty="0" smtClean="0"/>
              <a:t> qui </a:t>
            </a:r>
            <a:r>
              <a:rPr lang="en-US" dirty="0" err="1" smtClean="0"/>
              <a:t>nunc</a:t>
            </a:r>
            <a:r>
              <a:rPr lang="en-US" dirty="0" smtClean="0"/>
              <a:t> </a:t>
            </a:r>
            <a:r>
              <a:rPr lang="en-US" dirty="0" err="1" smtClean="0"/>
              <a:t>nobis</a:t>
            </a:r>
            <a:r>
              <a:rPr lang="en-US" dirty="0" smtClean="0"/>
              <a:t> </a:t>
            </a:r>
            <a:r>
              <a:rPr lang="en-US" dirty="0" err="1" smtClean="0"/>
              <a:t>videntur</a:t>
            </a:r>
            <a:r>
              <a:rPr lang="en-US" dirty="0" smtClean="0"/>
              <a:t> </a:t>
            </a:r>
            <a:r>
              <a:rPr lang="en-US" dirty="0" err="1" smtClean="0"/>
              <a:t>parum</a:t>
            </a:r>
            <a:r>
              <a:rPr lang="en-US" dirty="0" smtClean="0"/>
              <a:t> </a:t>
            </a:r>
            <a:r>
              <a:rPr lang="en-US" dirty="0" err="1" smtClean="0"/>
              <a:t>clari</a:t>
            </a:r>
            <a:r>
              <a:rPr lang="en-US" dirty="0" smtClean="0"/>
              <a:t> </a:t>
            </a:r>
            <a:r>
              <a:rPr lang="en-US" dirty="0" err="1" smtClean="0"/>
              <a:t>fiant</a:t>
            </a:r>
            <a:r>
              <a:rPr lang="en-US" dirty="0" smtClean="0"/>
              <a:t> </a:t>
            </a:r>
            <a:r>
              <a:rPr lang="en-US" dirty="0" err="1" smtClean="0"/>
              <a:t>sollemnes</a:t>
            </a:r>
            <a:r>
              <a:rPr lang="en-US" dirty="0" smtClean="0"/>
              <a:t> in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193272" y="1222023"/>
            <a:ext cx="3762604" cy="621828"/>
          </a:xfrm>
          <a:prstGeom prst="rect">
            <a:avLst/>
          </a:prstGeom>
        </p:spPr>
        <p:txBody>
          <a:bodyPr vert="horz" lIns="162547" tIns="81273" rIns="162547" bIns="81273" anchor="ctr"/>
          <a:lstStyle>
            <a:lvl1pPr marL="0" marR="0" indent="0" algn="l" defTabSz="6094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398" b="1">
                <a:solidFill>
                  <a:srgbClr val="005486"/>
                </a:solidFill>
              </a:defRPr>
            </a:lvl1pPr>
            <a:lvl2pPr>
              <a:defRPr sz="2174"/>
            </a:lvl2pPr>
            <a:lvl3pPr>
              <a:defRPr sz="1874"/>
            </a:lvl3pPr>
            <a:lvl4pPr>
              <a:defRPr sz="1573"/>
            </a:lvl4pPr>
            <a:lvl5pPr>
              <a:defRPr sz="1573"/>
            </a:lvl5pPr>
          </a:lstStyle>
          <a:p>
            <a:pPr lvl="0"/>
            <a:r>
              <a:rPr lang="en-US" dirty="0" smtClean="0"/>
              <a:t>Subhead Goes Here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0394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391" y="2935115"/>
            <a:ext cx="11748684" cy="86548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3451"/>
            </a:lvl1pPr>
          </a:lstStyle>
          <a:p>
            <a:r>
              <a:rPr lang="en-US" dirty="0" smtClean="0"/>
              <a:t>Subject Divider</a:t>
            </a: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237390" y="6356355"/>
            <a:ext cx="2844800" cy="36618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724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 Off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7391" y="2935115"/>
            <a:ext cx="11748684" cy="86548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ctr">
              <a:defRPr sz="3451" baseline="0"/>
            </a:lvl1pPr>
          </a:lstStyle>
          <a:p>
            <a:r>
              <a:rPr lang="en-US" dirty="0" smtClean="0"/>
              <a:t>Sign-Off Text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5572" y="6350426"/>
            <a:ext cx="756160" cy="3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432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124060" y="6356355"/>
            <a:ext cx="2844800" cy="366183"/>
          </a:xfrm>
          <a:prstGeom prst="rect">
            <a:avLst/>
          </a:prstGeom>
        </p:spPr>
        <p:txBody>
          <a:bodyPr vert="horz" lIns="162547" tIns="81273" rIns="162547" bIns="81273" rtlCol="0" anchor="ctr"/>
          <a:lstStyle>
            <a:lvl1pPr algn="l">
              <a:defRPr sz="1273">
                <a:solidFill>
                  <a:schemeClr val="bg1"/>
                </a:solidFill>
              </a:defRPr>
            </a:lvl1pPr>
          </a:lstStyle>
          <a:p>
            <a:fld id="{C48D9196-7146-4672-A4BA-DB29036C6B4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itle Placeholder 15"/>
          <p:cNvSpPr>
            <a:spLocks noGrp="1"/>
          </p:cNvSpPr>
          <p:nvPr>
            <p:ph type="title"/>
          </p:nvPr>
        </p:nvSpPr>
        <p:spPr>
          <a:xfrm>
            <a:off x="1193895" y="2935115"/>
            <a:ext cx="9804213" cy="865483"/>
          </a:xfrm>
          <a:prstGeom prst="rect">
            <a:avLst/>
          </a:prstGeom>
        </p:spPr>
        <p:txBody>
          <a:bodyPr vert="horz" lIns="162547" tIns="81273" rIns="162547" bIns="81273" rtlCol="0" anchor="ctr">
            <a:normAutofit/>
          </a:bodyPr>
          <a:lstStyle/>
          <a:p>
            <a:r>
              <a:rPr lang="en-US" dirty="0" smtClean="0"/>
              <a:t>Subject Divider</a:t>
            </a:r>
            <a:endParaRPr lang="en-US" dirty="0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2"/>
          </p:nvPr>
        </p:nvSpPr>
        <p:spPr>
          <a:xfrm>
            <a:off x="8704434" y="6346244"/>
            <a:ext cx="2844800" cy="366183"/>
          </a:xfrm>
          <a:prstGeom prst="rect">
            <a:avLst/>
          </a:prstGeom>
        </p:spPr>
        <p:txBody>
          <a:bodyPr vert="horz" lIns="162547" tIns="81273" rIns="162547" bIns="81273" rtlCol="0" anchor="ctr"/>
          <a:lstStyle>
            <a:lvl1pPr algn="r">
              <a:defRPr sz="1573">
                <a:solidFill>
                  <a:schemeClr val="bg1"/>
                </a:solidFill>
              </a:defRPr>
            </a:lvl1pPr>
          </a:lstStyle>
          <a:p>
            <a:fld id="{6F608DB8-9692-5242-ABBC-2F0A48AC2060}" type="datetime1">
              <a:rPr lang="en-US" smtClean="0"/>
              <a:t>6/2/2016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4" r:id="rId2"/>
    <p:sldLayoutId id="2147483724" r:id="rId3"/>
    <p:sldLayoutId id="2147483725" r:id="rId4"/>
    <p:sldLayoutId id="2147483735" r:id="rId5"/>
    <p:sldLayoutId id="2147483732" r:id="rId6"/>
    <p:sldLayoutId id="2147483733" r:id="rId7"/>
    <p:sldLayoutId id="2147483728" r:id="rId8"/>
    <p:sldLayoutId id="2147483729" r:id="rId9"/>
  </p:sldLayoutIdLst>
  <p:hf hdr="0" ftr="0" dt="0"/>
  <p:txStyles>
    <p:titleStyle>
      <a:lvl1pPr algn="l" defTabSz="609489" rtl="0" eaLnBrk="1" latinLnBrk="0" hangingPunct="1">
        <a:spcBef>
          <a:spcPct val="0"/>
        </a:spcBef>
        <a:buNone/>
        <a:defRPr sz="3451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17" indent="-457117" algn="l" defTabSz="609489" rtl="0" eaLnBrk="1" latinLnBrk="0" hangingPunct="1">
        <a:spcBef>
          <a:spcPct val="20000"/>
        </a:spcBef>
        <a:buFont typeface="Arial"/>
        <a:buChar char="•"/>
        <a:defRPr sz="4276" kern="1200">
          <a:solidFill>
            <a:schemeClr val="tx1"/>
          </a:solidFill>
          <a:latin typeface="+mn-lt"/>
          <a:ea typeface="+mn-ea"/>
          <a:cs typeface="+mn-cs"/>
        </a:defRPr>
      </a:lvl1pPr>
      <a:lvl2pPr marL="990419" indent="-380931" algn="l" defTabSz="609489" rtl="0" eaLnBrk="1" latinLnBrk="0" hangingPunct="1">
        <a:spcBef>
          <a:spcPct val="20000"/>
        </a:spcBef>
        <a:buFont typeface="Arial"/>
        <a:buChar char="–"/>
        <a:defRPr sz="3676" kern="1200">
          <a:solidFill>
            <a:schemeClr val="tx1"/>
          </a:solidFill>
          <a:latin typeface="+mn-lt"/>
          <a:ea typeface="+mn-ea"/>
          <a:cs typeface="+mn-cs"/>
        </a:defRPr>
      </a:lvl2pPr>
      <a:lvl3pPr marL="1523719" indent="-304742" algn="l" defTabSz="609489" rtl="0" eaLnBrk="1" latinLnBrk="0" hangingPunct="1">
        <a:spcBef>
          <a:spcPct val="20000"/>
        </a:spcBef>
        <a:buFont typeface="Arial"/>
        <a:buChar char="•"/>
        <a:defRPr sz="3223" kern="1200">
          <a:solidFill>
            <a:schemeClr val="tx1"/>
          </a:solidFill>
          <a:latin typeface="+mn-lt"/>
          <a:ea typeface="+mn-ea"/>
          <a:cs typeface="+mn-cs"/>
        </a:defRPr>
      </a:lvl3pPr>
      <a:lvl4pPr marL="2133207" indent="-304742" algn="l" defTabSz="609489" rtl="0" eaLnBrk="1" latinLnBrk="0" hangingPunct="1">
        <a:spcBef>
          <a:spcPct val="20000"/>
        </a:spcBef>
        <a:buFont typeface="Arial"/>
        <a:buChar char="–"/>
        <a:defRPr sz="2775" kern="1200">
          <a:solidFill>
            <a:schemeClr val="tx1"/>
          </a:solidFill>
          <a:latin typeface="+mn-lt"/>
          <a:ea typeface="+mn-ea"/>
          <a:cs typeface="+mn-cs"/>
        </a:defRPr>
      </a:lvl4pPr>
      <a:lvl5pPr marL="2742694" indent="-304742" algn="l" defTabSz="609489" rtl="0" eaLnBrk="1" latinLnBrk="0" hangingPunct="1">
        <a:spcBef>
          <a:spcPct val="20000"/>
        </a:spcBef>
        <a:buFont typeface="Arial"/>
        <a:buChar char="»"/>
        <a:defRPr sz="2775" kern="1200">
          <a:solidFill>
            <a:schemeClr val="tx1"/>
          </a:solidFill>
          <a:latin typeface="+mn-lt"/>
          <a:ea typeface="+mn-ea"/>
          <a:cs typeface="+mn-cs"/>
        </a:defRPr>
      </a:lvl5pPr>
      <a:lvl6pPr marL="3352182" indent="-304742" algn="l" defTabSz="609489" rtl="0" eaLnBrk="1" latinLnBrk="0" hangingPunct="1">
        <a:spcBef>
          <a:spcPct val="20000"/>
        </a:spcBef>
        <a:buFont typeface="Arial"/>
        <a:buChar char="•"/>
        <a:defRPr sz="2775" kern="1200">
          <a:solidFill>
            <a:schemeClr val="tx1"/>
          </a:solidFill>
          <a:latin typeface="+mn-lt"/>
          <a:ea typeface="+mn-ea"/>
          <a:cs typeface="+mn-cs"/>
        </a:defRPr>
      </a:lvl6pPr>
      <a:lvl7pPr marL="3961667" indent="-304742" algn="l" defTabSz="609489" rtl="0" eaLnBrk="1" latinLnBrk="0" hangingPunct="1">
        <a:spcBef>
          <a:spcPct val="20000"/>
        </a:spcBef>
        <a:buFont typeface="Arial"/>
        <a:buChar char="•"/>
        <a:defRPr sz="2775" kern="1200">
          <a:solidFill>
            <a:schemeClr val="tx1"/>
          </a:solidFill>
          <a:latin typeface="+mn-lt"/>
          <a:ea typeface="+mn-ea"/>
          <a:cs typeface="+mn-cs"/>
        </a:defRPr>
      </a:lvl7pPr>
      <a:lvl8pPr marL="4571159" indent="-304742" algn="l" defTabSz="609489" rtl="0" eaLnBrk="1" latinLnBrk="0" hangingPunct="1">
        <a:spcBef>
          <a:spcPct val="20000"/>
        </a:spcBef>
        <a:buFont typeface="Arial"/>
        <a:buChar char="•"/>
        <a:defRPr sz="2775" kern="1200">
          <a:solidFill>
            <a:schemeClr val="tx1"/>
          </a:solidFill>
          <a:latin typeface="+mn-lt"/>
          <a:ea typeface="+mn-ea"/>
          <a:cs typeface="+mn-cs"/>
        </a:defRPr>
      </a:lvl8pPr>
      <a:lvl9pPr marL="5180644" indent="-304742" algn="l" defTabSz="609489" rtl="0" eaLnBrk="1" latinLnBrk="0" hangingPunct="1">
        <a:spcBef>
          <a:spcPct val="20000"/>
        </a:spcBef>
        <a:buFont typeface="Arial"/>
        <a:buChar char="•"/>
        <a:defRPr sz="2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489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975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8464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7952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7437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6927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6412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5901" algn="l" defTabSz="609489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InfineX™ Website Development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2420" y="1168575"/>
            <a:ext cx="118899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chemeClr val="tx2">
                    <a:lumMod val="95000"/>
                    <a:lumOff val="5000"/>
                  </a:schemeClr>
                </a:solidFill>
              </a:rPr>
              <a:t>Strengthened </a:t>
            </a:r>
            <a:r>
              <a:rPr lang="en-US" sz="1000" b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by the execution of InfineX’s land and expand business/sales strategy</a:t>
            </a:r>
            <a:r>
              <a:rPr lang="en-US" sz="1000" b="1" dirty="0" smtClean="0">
                <a:solidFill>
                  <a:schemeClr val="tx2">
                    <a:lumMod val="95000"/>
                    <a:lumOff val="5000"/>
                  </a:schemeClr>
                </a:solidFill>
              </a:rPr>
              <a:t>, InfineX is positioned to launch externally with a website to support customer satisfaction and success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0825" y="3102543"/>
            <a:ext cx="4958068" cy="612934"/>
          </a:xfrm>
          <a:prstGeom prst="bracketPair">
            <a:avLst/>
          </a:prstGeom>
          <a:solidFill>
            <a:schemeClr val="bg1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000" i="1" dirty="0" smtClean="0">
                <a:solidFill>
                  <a:schemeClr val="tx2"/>
                </a:solidFill>
              </a:rPr>
              <a:t>JUSTIFICATION</a:t>
            </a:r>
          </a:p>
          <a:p>
            <a:pPr algn="ctr"/>
            <a:r>
              <a:rPr lang="en-US" sz="1000" b="1" dirty="0" smtClean="0">
                <a:solidFill>
                  <a:schemeClr val="tx2"/>
                </a:solidFill>
              </a:rPr>
              <a:t>Industry standard website is necessary to compete in the marketplace </a:t>
            </a:r>
          </a:p>
          <a:p>
            <a:pPr algn="ctr"/>
            <a:r>
              <a:rPr lang="en-US" sz="1000" b="1" dirty="0" smtClean="0">
                <a:solidFill>
                  <a:schemeClr val="tx2"/>
                </a:solidFill>
              </a:rPr>
              <a:t>brand awareness  |  leadership authority  |  customer requisite for engagement</a:t>
            </a:r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932219" y="1504080"/>
            <a:ext cx="7050104" cy="698063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000" i="1" dirty="0" smtClean="0">
                <a:solidFill>
                  <a:schemeClr val="bg2"/>
                </a:solidFill>
              </a:rPr>
              <a:t>PURPOSE</a:t>
            </a:r>
          </a:p>
          <a:p>
            <a:pPr algn="ctr"/>
            <a:endParaRPr lang="en-US" sz="100" i="1" dirty="0" smtClean="0">
              <a:solidFill>
                <a:schemeClr val="bg2"/>
              </a:solidFill>
            </a:endParaRPr>
          </a:p>
          <a:p>
            <a:pPr algn="ctr"/>
            <a:r>
              <a:rPr lang="en-US" sz="1200" b="1" dirty="0">
                <a:solidFill>
                  <a:schemeClr val="bg2"/>
                </a:solidFill>
              </a:rPr>
              <a:t>T</a:t>
            </a:r>
            <a:r>
              <a:rPr lang="en-US" sz="1200" b="1" dirty="0" smtClean="0">
                <a:solidFill>
                  <a:schemeClr val="bg2"/>
                </a:solidFill>
              </a:rPr>
              <a:t>o </a:t>
            </a:r>
            <a:r>
              <a:rPr lang="en-US" sz="1200" b="1" dirty="0">
                <a:solidFill>
                  <a:schemeClr val="bg2"/>
                </a:solidFill>
              </a:rPr>
              <a:t>create a high-quality, dynamic InfineX external/public </a:t>
            </a:r>
            <a:r>
              <a:rPr lang="en-US" sz="1200" b="1" dirty="0" smtClean="0">
                <a:solidFill>
                  <a:schemeClr val="bg2"/>
                </a:solidFill>
              </a:rPr>
              <a:t>website </a:t>
            </a:r>
            <a:endParaRPr lang="en-US" sz="1200" b="1" dirty="0">
              <a:solidFill>
                <a:schemeClr val="bg2"/>
              </a:solidFill>
            </a:endParaRPr>
          </a:p>
          <a:p>
            <a:pPr algn="ctr"/>
            <a:r>
              <a:rPr lang="en-US" sz="1200" b="1" dirty="0" smtClean="0">
                <a:solidFill>
                  <a:schemeClr val="bg2"/>
                </a:solidFill>
              </a:rPr>
              <a:t>establishes trust in the marketplace |  generates brand awareness  |  leads to revenue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916" y="5166232"/>
            <a:ext cx="4911640" cy="1464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chemeClr val="accent3"/>
                </a:solidFill>
              </a:rPr>
              <a:t>GOALS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Build InfineX brand awareness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Become an established industry leader for standard electronic components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Provide engineering design tool interaction for ease-of-use customer functionality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Generate leads and increase conversion rates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Support business revenue growth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Satisfy customer requisites of having InfineX information publicly and easily accessible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2550" y="3577440"/>
            <a:ext cx="6826343" cy="3223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chemeClr val="accent3"/>
                </a:solidFill>
              </a:rPr>
              <a:t>OBJECTIVES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800" i="1" dirty="0" smtClean="0">
                <a:solidFill>
                  <a:schemeClr val="tx1">
                    <a:lumMod val="50000"/>
                  </a:schemeClr>
                </a:solidFill>
              </a:rPr>
              <a:t>PHASE I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Meet basic industry web requirements (parametric search, cross reference tool, technical documentation)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Integrate various media platforms </a:t>
            </a:r>
            <a:r>
              <a:rPr lang="en-US" sz="600" dirty="0" smtClean="0">
                <a:solidFill>
                  <a:schemeClr val="tx1">
                    <a:lumMod val="50000"/>
                  </a:schemeClr>
                </a:solidFill>
              </a:rPr>
              <a:t>(images, videos, PDFs/Excel, community links/blogs, social media, database platforms with filtering capabilities, site search capability)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Provide dynamic information to current/potential customers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Flexible content management system (maintenance flexibility</a:t>
            </a: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Display content in an organized, structured, easy to navigate view </a:t>
            </a:r>
            <a:endParaRPr lang="en-US" sz="1000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Fulfill user-friendly, customer-oriented </a:t>
            </a: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expectations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Sample program functionality with shopping cart and fulfillment capabilities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Back-end form automated email functionality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Allow mobile friendly format capability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Encompass web analytics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Able to capture leads (login functionality/back-end forms)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Implement search engine optimization (SEO)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800" i="1" dirty="0" smtClean="0">
                <a:solidFill>
                  <a:schemeClr val="tx1">
                    <a:lumMod val="50000"/>
                  </a:schemeClr>
                </a:solidFill>
              </a:rPr>
              <a:t>PHASE II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Ecommerce and fulfillment capability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Select language capability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Engineering design tool program (simulation database tools)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906" y="3593155"/>
            <a:ext cx="4834644" cy="1413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chemeClr val="accent3"/>
                </a:solidFill>
              </a:rPr>
              <a:t>HIGH-LEVEL SCOPE REQUREMENTS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Website domain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Email domain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Multiple page creation with downloadable media platform content ability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Web database tools creation (parametric search and cross reference look-up)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Website back-end web analytics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Website secure login capabilities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chemeClr val="tx1">
                    <a:lumMod val="50000"/>
                  </a:schemeClr>
                </a:solidFill>
              </a:rPr>
              <a:t>Website shopping cart fulfilment center capabilities (used to request samples)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9803" y="2350463"/>
            <a:ext cx="207349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INFINEX </a:t>
            </a:r>
            <a:r>
              <a:rPr lang="en-US" sz="1400" b="1" dirty="0" smtClean="0">
                <a:solidFill>
                  <a:schemeClr val="tx2"/>
                </a:solidFill>
              </a:rPr>
              <a:t>DIFFERENTIATION</a:t>
            </a:r>
          </a:p>
          <a:p>
            <a:pPr algn="ctr"/>
            <a:r>
              <a:rPr lang="en-US" sz="900" b="1" dirty="0">
                <a:solidFill>
                  <a:schemeClr val="tx2"/>
                </a:solidFill>
              </a:rPr>
              <a:t>d</a:t>
            </a:r>
            <a:r>
              <a:rPr lang="en-US" sz="900" b="1" dirty="0" smtClean="0">
                <a:solidFill>
                  <a:schemeClr val="tx2"/>
                </a:solidFill>
              </a:rPr>
              <a:t>ominate the industry with a simple transactional website providing basic expected content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2966558" y="2332320"/>
            <a:ext cx="8942335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Essential InfineX awareness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Fundamental </a:t>
            </a:r>
            <a:r>
              <a:rPr lang="en-US" sz="1200" dirty="0">
                <a:solidFill>
                  <a:schemeClr val="tx2"/>
                </a:solidFill>
              </a:rPr>
              <a:t>engineering resources at a high-degree of simplicity and ease-of-use </a:t>
            </a:r>
            <a:endParaRPr lang="en-US" sz="1200" dirty="0" smtClean="0">
              <a:solidFill>
                <a:schemeClr val="tx2"/>
              </a:solidFill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Downloadable data for easy decision making (data sheets and database platform tools: parametric search, cross reference tool)</a:t>
            </a:r>
            <a:endParaRPr lang="en-US" sz="1200" dirty="0">
              <a:solidFill>
                <a:schemeClr val="tx2"/>
              </a:solidFill>
            </a:endParaRP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Flexible content management system infrastructure </a:t>
            </a:r>
          </a:p>
          <a:p>
            <a:pPr marL="171450" indent="-17145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2"/>
                </a:solidFill>
              </a:rPr>
              <a:t>Sample </a:t>
            </a:r>
            <a:r>
              <a:rPr lang="en-US" sz="1200" dirty="0">
                <a:solidFill>
                  <a:schemeClr val="tx2"/>
                </a:solidFill>
              </a:rPr>
              <a:t>program implementation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64197" y="1496352"/>
            <a:ext cx="4532494" cy="762406"/>
            <a:chOff x="164197" y="1496352"/>
            <a:chExt cx="4964072" cy="762406"/>
          </a:xfrm>
        </p:grpSpPr>
        <p:sp>
          <p:nvSpPr>
            <p:cNvPr id="33" name="Rectangle 26"/>
            <p:cNvSpPr/>
            <p:nvPr/>
          </p:nvSpPr>
          <p:spPr>
            <a:xfrm>
              <a:off x="237392" y="1565629"/>
              <a:ext cx="4814014" cy="580787"/>
            </a:xfrm>
            <a:prstGeom prst="round2Same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tx2"/>
                  </a:solidFill>
                </a:rPr>
                <a:t> </a:t>
              </a:r>
              <a:r>
                <a:rPr lang="en-US" sz="1000" i="1" dirty="0" smtClean="0">
                  <a:solidFill>
                    <a:schemeClr val="tx2"/>
                  </a:solidFill>
                </a:rPr>
                <a:t>PROJECT</a:t>
              </a:r>
            </a:p>
            <a:p>
              <a:pPr algn="ctr"/>
              <a:r>
                <a:rPr lang="en-US" sz="1000" dirty="0" smtClean="0">
                  <a:solidFill>
                    <a:schemeClr val="tx2"/>
                  </a:solidFill>
                </a:rPr>
                <a:t>InfineX Website Development</a:t>
              </a:r>
            </a:p>
            <a:p>
              <a:pPr algn="ctr"/>
              <a:r>
                <a:rPr lang="en-US" sz="1000" dirty="0" smtClean="0">
                  <a:solidFill>
                    <a:schemeClr val="tx2"/>
                  </a:solidFill>
                </a:rPr>
                <a:t> InfineX Database Tools Development</a:t>
              </a:r>
            </a:p>
          </p:txBody>
        </p:sp>
        <p:sp>
          <p:nvSpPr>
            <p:cNvPr id="35" name="Left Bracket 34"/>
            <p:cNvSpPr/>
            <p:nvPr/>
          </p:nvSpPr>
          <p:spPr>
            <a:xfrm>
              <a:off x="164197" y="1496354"/>
              <a:ext cx="45719" cy="762404"/>
            </a:xfrm>
            <a:prstGeom prst="leftBracket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Left Bracket 36"/>
            <p:cNvSpPr/>
            <p:nvPr/>
          </p:nvSpPr>
          <p:spPr>
            <a:xfrm rot="10800000">
              <a:off x="5082550" y="1496352"/>
              <a:ext cx="45719" cy="762404"/>
            </a:xfrm>
            <a:prstGeom prst="leftBracket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67983"/>
              </p:ext>
            </p:extLst>
          </p:nvPr>
        </p:nvGraphicFramePr>
        <p:xfrm>
          <a:off x="9737885" y="4818131"/>
          <a:ext cx="2216727" cy="146827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75030">
                  <a:extLst>
                    <a:ext uri="{9D8B030D-6E8A-4147-A177-3AD203B41FA5}">
                      <a16:colId xmlns:a16="http://schemas.microsoft.com/office/drawing/2014/main" val="854271091"/>
                    </a:ext>
                  </a:extLst>
                </a:gridCol>
                <a:gridCol w="593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bg2"/>
                          </a:solidFill>
                        </a:rPr>
                        <a:t>Core Team Members</a:t>
                      </a:r>
                      <a:endParaRPr lang="en-US" sz="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0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Executive Sponsor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Doug Britt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President</a:t>
                      </a:r>
                      <a:r>
                        <a:rPr lang="en-US" sz="400" baseline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IEI 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013029"/>
                  </a:ext>
                </a:extLst>
              </a:tr>
              <a:tr h="12260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Management Sponsor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Rajeev Chowdhry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Sr Director Business Transformation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3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InfineX Management Sponsor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Rene Rodriguez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Sr. Business Development 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09036"/>
                  </a:ext>
                </a:extLst>
              </a:tr>
              <a:tr h="12260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IT Support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Rodrigo</a:t>
                      </a:r>
                      <a:r>
                        <a:rPr lang="en-US" sz="400" baseline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Camargo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Sr.</a:t>
                      </a:r>
                      <a:r>
                        <a:rPr lang="en-US" sz="400" baseline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IT Program Manager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341449"/>
                  </a:ext>
                </a:extLst>
              </a:tr>
              <a:tr h="15763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InfineX Technology Support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Hubert Bergner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Director Business Development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044530"/>
                  </a:ext>
                </a:extLst>
              </a:tr>
              <a:tr h="15763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InfineX Marketing Support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Bridget Wilson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Marketing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701951"/>
                  </a:ext>
                </a:extLst>
              </a:tr>
              <a:tr h="122606">
                <a:tc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Test Users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40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TBD</a:t>
                      </a:r>
                      <a:r>
                        <a:rPr lang="en-US" sz="400" baseline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; electronic design engineers and procurement/sourcing team representatives</a:t>
                      </a:r>
                      <a:endParaRPr lang="en-US" sz="4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7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848849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9650129" y="6293751"/>
            <a:ext cx="16285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 smtClean="0"/>
              <a:t>Expected Completion </a:t>
            </a:r>
          </a:p>
          <a:p>
            <a:r>
              <a:rPr lang="en-US" sz="700" dirty="0" smtClean="0"/>
              <a:t>Phase I: ASAP</a:t>
            </a:r>
          </a:p>
          <a:p>
            <a:r>
              <a:rPr lang="en-US" sz="700" dirty="0" smtClean="0"/>
              <a:t>Phase II: based on budget/timeline</a:t>
            </a:r>
            <a:endParaRPr lang="en-US" sz="700" dirty="0"/>
          </a:p>
        </p:txBody>
      </p:sp>
      <p:pic>
        <p:nvPicPr>
          <p:cNvPr id="44" name="Picture 200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41" y="2429466"/>
            <a:ext cx="735022" cy="7350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97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animBg="1"/>
      <p:bldP spid="10" grpId="0" animBg="1"/>
      <p:bldP spid="18" grpId="0"/>
      <p:bldP spid="19" grpId="0"/>
      <p:bldP spid="20" grpId="0"/>
      <p:bldP spid="24" grpId="0"/>
      <p:bldP spid="26" grpId="0"/>
      <p:bldP spid="41" grpId="0"/>
      <p:bldP spid="41" grpId="1"/>
      <p:bldP spid="41" grpId="2"/>
    </p:bldLst>
  </p:timing>
</p:sld>
</file>

<file path=ppt/theme/theme1.xml><?xml version="1.0" encoding="utf-8"?>
<a:theme xmlns:a="http://schemas.openxmlformats.org/drawingml/2006/main" name="Flex_template_3.0">
  <a:themeElements>
    <a:clrScheme name="Custom 2">
      <a:dk1>
        <a:srgbClr val="777779"/>
      </a:dk1>
      <a:lt1>
        <a:srgbClr val="009ADD"/>
      </a:lt1>
      <a:dk2>
        <a:srgbClr val="000000"/>
      </a:dk2>
      <a:lt2>
        <a:srgbClr val="FFFFFF"/>
      </a:lt2>
      <a:accent1>
        <a:srgbClr val="005486"/>
      </a:accent1>
      <a:accent2>
        <a:srgbClr val="9E1B64"/>
      </a:accent2>
      <a:accent3>
        <a:srgbClr val="D03238"/>
      </a:accent3>
      <a:accent4>
        <a:srgbClr val="F58021"/>
      </a:accent4>
      <a:accent5>
        <a:srgbClr val="F9C20A"/>
      </a:accent5>
      <a:accent6>
        <a:srgbClr val="82BC00"/>
      </a:accent6>
      <a:hlink>
        <a:srgbClr val="777779"/>
      </a:hlink>
      <a:folHlink>
        <a:srgbClr val="6A478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lex_Template.potx" id="{DDFD8BA3-372C-4240-A5C7-AB15EEF93ADA}" vid="{11397A23-8C8C-4751-BD1C-6F8AF9C258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FF8055B81AB4CA5165912659AB6F1" ma:contentTypeVersion="2" ma:contentTypeDescription="Create a new document." ma:contentTypeScope="" ma:versionID="caa03905e92052efb243dd7aa93a8a10">
  <xsd:schema xmlns:xsd="http://www.w3.org/2001/XMLSchema" xmlns:xs="http://www.w3.org/2001/XMLSchema" xmlns:p="http://schemas.microsoft.com/office/2006/metadata/properties" xmlns:ns2="fed17a2b-7f31-4d4f-b0f0-d90820f2fa42" targetNamespace="http://schemas.microsoft.com/office/2006/metadata/properties" ma:root="true" ma:fieldsID="17d36e89a8c22b444e5e6fa93c163608" ns2:_="">
    <xsd:import namespace="fed17a2b-7f31-4d4f-b0f0-d90820f2fa4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17a2b-7f31-4d4f-b0f0-d90820f2fa4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ed17a2b-7f31-4d4f-b0f0-d90820f2fa42">
      <UserInfo>
        <DisplayName>Ewe Soon Yeoh</DisplayName>
        <AccountId>5542</AccountId>
        <AccountType/>
      </UserInfo>
      <UserInfo>
        <DisplayName>Suruchi Sharma</DisplayName>
        <AccountId>3700</AccountId>
        <AccountType/>
      </UserInfo>
      <UserInfo>
        <DisplayName>Enriqueta Lujan</DisplayName>
        <AccountId>7425</AccountId>
        <AccountType/>
      </UserInfo>
      <UserInfo>
        <DisplayName>Henry Cooke</DisplayName>
        <AccountId>9293</AccountId>
        <AccountType/>
      </UserInfo>
      <UserInfo>
        <DisplayName>Karunan Kengkayah</DisplayName>
        <AccountId>5636</AccountId>
        <AccountType/>
      </UserInfo>
      <UserInfo>
        <DisplayName>Stephanie Dass</DisplayName>
        <AccountId>7167</AccountId>
        <AccountType/>
      </UserInfo>
      <UserInfo>
        <DisplayName>Kesvani Natchana</DisplayName>
        <AccountId>9341</AccountId>
        <AccountType/>
      </UserInfo>
      <UserInfo>
        <DisplayName>Lingeshwaran Mohanavadivellu</DisplayName>
        <AccountId>9366</AccountId>
        <AccountType/>
      </UserInfo>
      <UserInfo>
        <DisplayName>Carolina Sanchez</DisplayName>
        <AccountId>9386</AccountId>
        <AccountType/>
      </UserInfo>
      <UserInfo>
        <DisplayName>Elena Altamirano</DisplayName>
        <AccountId>4284</AccountId>
        <AccountType/>
      </UserInfo>
      <UserInfo>
        <DisplayName>Ganasan Chelliah</DisplayName>
        <AccountId>7502</AccountId>
        <AccountType/>
      </UserInfo>
      <UserInfo>
        <DisplayName>Gomathi Subramaniam</DisplayName>
        <AccountId>10460</AccountId>
        <AccountType/>
      </UserInfo>
      <UserInfo>
        <DisplayName>Steven Qin</DisplayName>
        <AccountId>5982</AccountId>
        <AccountType/>
      </UserInfo>
      <UserInfo>
        <DisplayName>Edward Fu</DisplayName>
        <AccountId>10553</AccountId>
        <AccountType/>
      </UserInfo>
      <UserInfo>
        <DisplayName>Darren Sheng</DisplayName>
        <AccountId>10554</AccountId>
        <AccountType/>
      </UserInfo>
      <UserInfo>
        <DisplayName>Grace Liu</DisplayName>
        <AccountId>10555</AccountId>
        <AccountType/>
      </UserInfo>
      <UserInfo>
        <DisplayName>Vivian Wei</DisplayName>
        <AccountId>10556</AccountId>
        <AccountType/>
      </UserInfo>
      <UserInfo>
        <DisplayName>Ardelle Li</DisplayName>
        <AccountId>10557</AccountId>
        <AccountType/>
      </UserInfo>
      <UserInfo>
        <DisplayName>Gengsheng Meng</DisplayName>
        <AccountId>10558</AccountId>
        <AccountType/>
      </UserInfo>
      <UserInfo>
        <DisplayName>Fisher Deng</DisplayName>
        <AccountId>10559</AccountId>
        <AccountType/>
      </UserInfo>
      <UserInfo>
        <DisplayName>Eric Ma (SCD)</DisplayName>
        <AccountId>10560</AccountId>
        <AccountType/>
      </UserInfo>
      <UserInfo>
        <DisplayName>Fisher Xu</DisplayName>
        <AccountId>10561</AccountId>
        <AccountType/>
      </UserInfo>
      <UserInfo>
        <DisplayName>Jim Nie</DisplayName>
        <AccountId>10562</AccountId>
        <AccountType/>
      </UserInfo>
      <UserInfo>
        <DisplayName>Robin Ren</DisplayName>
        <AccountId>10563</AccountId>
        <AccountType/>
      </UserInfo>
      <UserInfo>
        <DisplayName>Wenfeng Qiao</DisplayName>
        <AccountId>10564</AccountId>
        <AccountType/>
      </UserInfo>
      <UserInfo>
        <DisplayName>Angela Zhao</DisplayName>
        <AccountId>10565</AccountId>
        <AccountType/>
      </UserInfo>
      <UserInfo>
        <DisplayName>Zhiwei Shao</DisplayName>
        <AccountId>10566</AccountId>
        <AccountType/>
      </UserInfo>
      <UserInfo>
        <DisplayName>Callen Wang</DisplayName>
        <AccountId>10567</AccountId>
        <AccountType/>
      </UserInfo>
      <UserInfo>
        <DisplayName>Jian Sun</DisplayName>
        <AccountId>10568</AccountId>
        <AccountType/>
      </UserInfo>
      <UserInfo>
        <DisplayName>Lawrence Green</DisplayName>
        <AccountId>10569</AccountId>
        <AccountType/>
      </UserInfo>
      <UserInfo>
        <DisplayName>Ccina Ma</DisplayName>
        <AccountId>10570</AccountId>
        <AccountType/>
      </UserInfo>
      <UserInfo>
        <DisplayName>Jun Xue</DisplayName>
        <AccountId>10571</AccountId>
        <AccountType/>
      </UserInfo>
      <UserInfo>
        <DisplayName>Xueqi Yan</DisplayName>
        <AccountId>10572</AccountId>
        <AccountType/>
      </UserInfo>
      <UserInfo>
        <DisplayName>Tiankai Jiang</DisplayName>
        <AccountId>10573</AccountId>
        <AccountType/>
      </UserInfo>
      <UserInfo>
        <DisplayName>Jerry Du</DisplayName>
        <AccountId>10574</AccountId>
        <AccountType/>
      </UserInfo>
      <UserInfo>
        <DisplayName>Floren Qu</DisplayName>
        <AccountId>10575</AccountId>
        <AccountType/>
      </UserInfo>
      <UserInfo>
        <DisplayName>Junping Tan</DisplayName>
        <AccountId>10576</AccountId>
        <AccountType/>
      </UserInfo>
      <UserInfo>
        <DisplayName>Ni Liu</DisplayName>
        <AccountId>10577</AccountId>
        <AccountType/>
      </UserInfo>
      <UserInfo>
        <DisplayName>Zero Wang</DisplayName>
        <AccountId>10578</AccountId>
        <AccountType/>
      </UserInfo>
      <UserInfo>
        <DisplayName>Min Zhu (SCD)</DisplayName>
        <AccountId>10579</AccountId>
        <AccountType/>
      </UserInfo>
      <UserInfo>
        <DisplayName>Kazue Noki</DisplayName>
        <AccountId>10700</AccountId>
        <AccountType/>
      </UserInfo>
      <UserInfo>
        <DisplayName>JR Liang</DisplayName>
        <AccountId>10844</AccountId>
        <AccountType/>
      </UserInfo>
      <UserInfo>
        <DisplayName>Jing Lu(DG)</DisplayName>
        <AccountId>10845</AccountId>
        <AccountType/>
      </UserInfo>
      <UserInfo>
        <DisplayName>Juan Wang (DON)</DisplayName>
        <AccountId>10846</AccountId>
        <AccountType/>
      </UserInfo>
      <UserInfo>
        <DisplayName>Zhaofang Gan</DisplayName>
        <AccountId>10847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3C8BB7-17AD-401A-ADBE-17ECFE8623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d17a2b-7f31-4d4f-b0f0-d90820f2fa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C509FA-993C-4490-BF5C-29B417E92CF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fed17a2b-7f31-4d4f-b0f0-d90820f2fa42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94F249-80EF-4743-9B6A-405EB3389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Flex_Template</Template>
  <TotalTime>2113</TotalTime>
  <Words>439</Words>
  <Application>Microsoft Office PowerPoint</Application>
  <PresentationFormat>Widescreen</PresentationFormat>
  <Paragraphs>76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Flex_template_3.0</vt:lpstr>
      <vt:lpstr>InfineX™ Website Development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InfineX Website Development Project</dc:title>
  <dc:creator>InfineX Marketing</dc:creator>
  <cp:lastModifiedBy>Bridget Wilson</cp:lastModifiedBy>
  <cp:revision>1</cp:revision>
  <cp:lastPrinted>2015-09-25T22:06:22Z</cp:lastPrinted>
  <dcterms:created xsi:type="dcterms:W3CDTF">2015-08-21T15:51:28Z</dcterms:created>
  <dcterms:modified xsi:type="dcterms:W3CDTF">2016-06-02T20:21:55Z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0x010100BE9FF8055B81AB4CA5165912659AB6F1</vt:lpwstr>
  </property>
</Properties>
</file>